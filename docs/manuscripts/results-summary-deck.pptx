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Head-direction coding and exploration in retrosplenial cortex under light and dark</a:t>
            </a:r>
          </a:p>
          <a:p>
            <a:pPr algn="ctr"/>
            <a:r>
              <a:rPr sz="1800">
                <a:solidFill>
                  <a:srgbClr val="CCDDEE"/>
                </a:solidFill>
              </a:rPr>
              <a:t>Freely-moving 2P imaging, q-rose maze — results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Two-photon GCaMP imaging (~9.6 Hz, single plane) of retrosplenial cortex in freely-moving mice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Two non-overlapping RSP populations: Penk+ and Penk-CamKII+ (12 vs 4 animals)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q-rose maze; overhead lights cycle 1 min on / 1 min off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</a:rPr>
              <a:t>– Light off = total darkness = visual cues removed. Camera is infrared, so tracking is unaffected — only the mouse's vision changes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Within-session light vs dark, paired. 23 sessions, 15 animals. Non-parametric throughout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</a:rPr>
              <a:t>• Question: how does removing vision change head-direction coding and spatial behaviour?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Starting observation: a counterintuitive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D8B57"/>
                </a:solidFill>
              </a:rPr>
              <a:t>• Raw within-cell result: HD tuning (mean vector length) and spatial information are HIGHER in dark than light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– dF/F MVL p = 0.0010; spatial info p &lt; 0.0001; preferred directions show no systematic drift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This runs opposite to the classical expectation that darkness degrades head-direction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~9.8% of soma ROIs are HD-tuned (dF/F)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C0392B"/>
                </a:solidFill>
              </a:rPr>
              <a:t>• Too good to take at face value: MVL is biased by how the animal samples head direction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Why the raw effect is suspect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MVL of a tuning curve rises when head-direction sampling is narrower or more uneven, with no change in the underlying code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In the dark the mouse samples head direction differently (it explores a smaller, more repeated set of routes)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So a higher dark MVL could be a sampling artefact, not a coding gain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</a:rPr>
              <a:t>• Test: equalise the behavioural sampling between light and dark, then recompute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– A1 — match the head-direction occupancy distribution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– A2 — match the joint speed x |angular head velocity| distribution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– Plus circular-shuffle debiasing of MVL; within-session paired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The effect does not survive matching</a:t>
            </a:r>
          </a:p>
        </p:txBody>
      </p:sp>
      <p:pic>
        <p:nvPicPr>
          <p:cNvPr id="3" name="Picture 2" descr="fig_gaunt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005840"/>
            <a:ext cx="7315200" cy="42928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</a:rPr>
              <a:t>• Each line = one session (light → dark); red bars = condition medians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4E79"/>
                </a:solidFill>
              </a:rPr>
              <a:t>• Raw: dark &gt; light (p = 0.001). After matching HD sampling: n.s. (A1 p = 0.16, A2 p = 0.25)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666666"/>
                </a:solidFill>
              </a:rPr>
              <a:t>Sanity checks pass: matching disabled reproduces raw MVL exactly; occupancy matching equalises the HD histograms.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A second metric agrees: mutual information</a:t>
            </a:r>
          </a:p>
        </p:txBody>
      </p:sp>
      <p:pic>
        <p:nvPicPr>
          <p:cNvPr id="3" name="Picture 2" descr="fig_mvl_vs_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188720"/>
            <a:ext cx="7589520" cy="43699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188720"/>
            <a:ext cx="3840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</a:rPr>
              <a:t>• Skaggs HD information (bits/event; Voigts &amp; Harnett 2020, Zong 2022) through the same matched gauntlet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– Matched HD-MI is null, more emphatically than MVL (A1 p = 0.64)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</a:rPr>
              <a:t>• Place information also dies under position-occupancy matching (p = 0.15)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</a:rPr>
              <a:t>• Secondary 'gain' and dark cell-recruitment signals also collapse under matching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4E79"/>
                </a:solidFill>
              </a:rPr>
              <a:t>• Two metrics, same answer: no dark enhancement of HD or place coding survives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Neural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D8B57"/>
                </a:solidFill>
              </a:rPr>
              <a:t>• The RSP spatial / head-direction representation is preserved in the dark — neither enhanced nor degraded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Every matched measure is null: HD MVL, HD mutual information, place information, and population-vector map consistency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The naive 'darkness enhances HD coding' was a sampling artefact and is retired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Cell-type contrast (Penk+ vs Penk-CamKII+) is null and underpowered: 12 vs 4 animals can only detect very large effects (d &gt; 1.5)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</a:rPr>
              <a:t>– Controls held: tracking confidence is identical light vs dark (infrared camera assumption upheld)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Behaviour: locomotion is unchanged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Measure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Light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Dark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Speed (cm/s)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66666"/>
                          </a:solidFill>
                        </a:rPr>
                        <a:t>p = 0.07 (ns)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Distance/epoch (m)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2.26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66666"/>
                          </a:solidFill>
                        </a:rPr>
                        <a:t>p = 0.03 raw, ns adj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Left-turn fraction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66666"/>
                          </a:solidFill>
                        </a:rPr>
                        <a:t>p = 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Turn alternation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-0.16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-0.18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66666"/>
                          </a:solidFill>
                        </a:rPr>
                        <a:t>p = 0.54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Head angular 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66666"/>
                          </a:solidFill>
                        </a:rPr>
                        <a:t>p = 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Same speed, same distance, same turn choices, same head movement — the motor machinery is intact in the dark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Behaviour: exploration changes</a:t>
            </a:r>
          </a:p>
        </p:txBody>
      </p:sp>
      <p:pic>
        <p:nvPicPr>
          <p:cNvPr id="3" name="Picture 2" descr="fig_behavi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188720"/>
            <a:ext cx="7406640" cy="42646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3931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"/>
                <a:gridCol w="640080"/>
                <a:gridCol w="7315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Measure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p_adj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Coverage (cells/min)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0.41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D8B57"/>
                          </a:solidFill>
                        </a:rPr>
                        <a:t>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Occupancy entropy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2.24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1.96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D8B57"/>
                          </a:solidFill>
                        </a:rPr>
                        <a:t>0.009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Coverage vs null (z)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D8B57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Route LZ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3333"/>
                          </a:solidFill>
                        </a:rPr>
                        <a:t>0.72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666666"/>
                          </a:solidFill>
                        </a:rPr>
                        <a:t>0.85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840480"/>
            <a:ext cx="3931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4E79"/>
                </a:solidFill>
              </a:rPr>
              <a:t>• In light, mice cover more of the maze than a random walk of the same length — directed search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4E79"/>
                </a:solidFill>
              </a:rPr>
              <a:t>• In dark they fall to near random-walk level, controlling for distance moved and maze shape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– Route patterns unchanged (LZ) — they stop steering toward new ground, not running tighter loops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Is the map still engaged in the dark? Yes</a:t>
            </a:r>
          </a:p>
        </p:txBody>
      </p:sp>
      <p:pic>
        <p:nvPicPr>
          <p:cNvPr id="3" name="Picture 2" descr="fig_map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572000" cy="41141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188720"/>
            <a:ext cx="6583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• Does the same maze cell re-instantiate the same population state on each visit? (within- minus across-cell population-vector consistency, sampling matched, no decoding)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8B57"/>
                </a:solidFill>
              </a:rPr>
              <a:t>• Positive in nearly every session — a real spatial map exists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</a:rPr>
              <a:t>• Does NOT differ light vs dark: 0.065 vs 0.062, p = 0.49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• The spatial representation is equally engaged with or without vision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</a:rPr>
              <a:t>– Caveat: small/noisy (~20 ROIs, underpowered to prove equivalence); HD cells not excluded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</a:rPr>
              <a:t>• The map is intact in the dark; the animal stops using it to direct exploration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Neural side: HD, place, and map consistency are all preserved without vision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Behaviour side: same locomotion, but exploration goes from directed to random-walk-like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The dissociation is between representation (intact) and its behavioural readout (changes) — not a change in the code itself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D8B57"/>
                </a:solidFill>
              </a:rPr>
              <a:t>• This is a cleaner story than either 'darkness degrades' or 'darkness enhances' coding, both of which were ruled out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Caveats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HD yield is ~9.8% (2-4 HD cells per session) — population decoding may not be viable; this bounds the neural claims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Matched nulls are 'no detectable difference', not proven equivalence — would firm up with more shuffles / Bayesian framing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</a:rPr>
              <a:t>• Cell-type comparisons need more Penk-CamKII+ animals to be informative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4E79"/>
                </a:solidFill>
              </a:rPr>
              <a:t>• Next, if pursued: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– AHV / egocentric coding light vs dark (predicted preserved; currently unrun)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– Junction-choice predictability and per-epoch neural-behaviour coupling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</a:rPr>
              <a:t>– HD-excluded map-engagement and a symmetric-corridor version of the junction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